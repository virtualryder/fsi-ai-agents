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for Regulated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Operations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compliance-grade agent workflows — financial crime, credit, payments, surveillance — built on a single principle: AI drafts, deterministic rules decide, humans approve.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0" y="1143000"/>
            <a:ext cx="2194560" cy="2834640"/>
          </a:xfrm>
          <a:prstGeom prst="roundRect">
            <a:avLst>
              <a:gd name="adj" fmla="val 3333"/>
            </a:avLst>
          </a:prstGeom>
          <a:solidFill>
            <a:srgbClr val="27305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0" y="1371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712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537960" y="22860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guarding the regulatory controls — green on every merge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37960" y="3246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overrides · HITL gates · FDCPA timing · PII masking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operations are scaling by headcount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86200" cy="1188720"/>
          </a:xfrm>
          <a:prstGeom prst="roundRect">
            <a:avLst>
              <a:gd name="adj" fmla="val 53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4475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hrs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377440" y="14630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SAR investigation, mostly assembly and narrative writing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1325880"/>
            <a:ext cx="3886200" cy="1188720"/>
          </a:xfrm>
          <a:prstGeom prst="roundRect">
            <a:avLst>
              <a:gd name="adj" fmla="val 53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4475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37960" y="14630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alert false-positive rates — analysts triage noise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886200" cy="1188720"/>
          </a:xfrm>
          <a:prstGeom prst="roundRect">
            <a:avLst>
              <a:gd name="adj" fmla="val 53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86207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days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377440" y="28803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decisions, while ECOA exposure rides on every letter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2743200"/>
            <a:ext cx="3886200" cy="1188720"/>
          </a:xfrm>
          <a:prstGeom prst="roundRect">
            <a:avLst>
              <a:gd name="adj" fmla="val 53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86207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200–400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37960" y="28803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changes per year triaged by hand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assistants don't help here — the blocker isn't drafting speed, it's regulatory defensibility.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 regulators can accept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5448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4350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drafts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Narratives, letters, summaries, analyses — the writing work that consumes analyst hours.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32588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155448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54350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decide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66160" y="214884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overrides, thresholds, ECOA mappings, FDCPA timing — deterministic Python, version-controlled, tested. The AI cannot waive a control.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0" y="155448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54350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0372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 approve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55080" y="214884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Consequential actions pause at review gates. Verified identity (SSO) binds every approval to a person, immutably.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structurally: hostile documents and even attacker-controlled model output cannot alter routing, skip a review gate, or extract PII — red-team tests run on every build.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agents on funded budget lines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901952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21615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52144" y="1216152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Crime / SAR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33472" y="1143000"/>
            <a:ext cx="1901952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21615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236976" y="1216152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 (AML)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18304" y="1143000"/>
            <a:ext cx="1901952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/>
        </p:spPr>
      </p:sp>
      <p:sp>
        <p:nvSpPr>
          <p:cNvPr id="10" name="Text 8"/>
          <p:cNvSpPr/>
          <p:nvPr/>
        </p:nvSpPr>
        <p:spPr>
          <a:xfrm>
            <a:off x="4828032" y="121615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321808" y="1216152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Perpetual KYC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03136" y="1143000"/>
            <a:ext cx="1901952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/>
        </p:spPr>
      </p:sp>
      <p:sp>
        <p:nvSpPr>
          <p:cNvPr id="13" name="Text 11"/>
          <p:cNvSpPr/>
          <p:nvPr/>
        </p:nvSpPr>
        <p:spPr>
          <a:xfrm>
            <a:off x="6912864" y="121615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406640" y="1216152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057400"/>
            <a:ext cx="1901952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13055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14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52144" y="2130552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RM Copilot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33472" y="2057400"/>
            <a:ext cx="1901952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213055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14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236976" y="2130552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18304" y="2057400"/>
            <a:ext cx="1901952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/>
        </p:spPr>
      </p:sp>
      <p:sp>
        <p:nvSpPr>
          <p:cNvPr id="22" name="Text 20"/>
          <p:cNvSpPr/>
          <p:nvPr/>
        </p:nvSpPr>
        <p:spPr>
          <a:xfrm>
            <a:off x="4828032" y="213055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14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321808" y="2130552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Surveillance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03136" y="2057400"/>
            <a:ext cx="1901952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/>
        </p:spPr>
      </p:sp>
      <p:sp>
        <p:nvSpPr>
          <p:cNvPr id="25" name="Text 23"/>
          <p:cNvSpPr/>
          <p:nvPr/>
        </p:nvSpPr>
        <p:spPr>
          <a:xfrm>
            <a:off x="6912864" y="213055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14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406640" y="2130552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Underwriting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2971800"/>
            <a:ext cx="1901952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304495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755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152144" y="3044952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33472" y="2971800"/>
            <a:ext cx="1901952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0" y="304495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755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3236976" y="3044952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Compliance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18304" y="2971800"/>
            <a:ext cx="1901952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304495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755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5321808" y="3044952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(SR 11-7)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03136" y="2971800"/>
            <a:ext cx="1901952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/>
        </p:spPr>
      </p:sp>
      <p:sp>
        <p:nvSpPr>
          <p:cNvPr id="37" name="Text 35"/>
          <p:cNvSpPr/>
          <p:nvPr/>
        </p:nvSpPr>
        <p:spPr>
          <a:xfrm>
            <a:off x="6912864" y="304495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755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7406640" y="3044952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(Reg F)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40690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pattern, learned once, deployed twelve times.  </a:t>
            </a:r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platform: identity &amp; role enforcement, write-once audit, PII masking, model governance. Insurance is the named roadmap gap — fastest path is claims-document intelligence on Agent 09.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Examiner-grade by construction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930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7833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⛨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234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as code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37560" y="123444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hard-stops, fair-lending gates, Reg E/F timing — encoded and tested; a failing control test blocks the release.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5798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701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Write-once audit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37560" y="210312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recorded at the moment it happens; append-only storage with retention no administrator can shorten. Any decision reconstructable in under 15 minutes.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2666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1569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2971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governance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297180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Factor-documented scores (SR 11-7), prompt changes version-gated, output grounding verified, monthly fair-lending disparate-impact testing with a stop-the-line threshold.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9534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8437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3840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Injection-resistant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37560" y="384048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document text provably cannot change decisions — the AI was never given the authority to lose.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 stays in your AWS account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2377440"/>
          </a:xfrm>
          <a:prstGeom prst="roundRect">
            <a:avLst>
              <a:gd name="adj" fmla="val 3077"/>
            </a:avLst>
          </a:prstGeom>
          <a:solidFill>
            <a:srgbClr val="F4F7FE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AWS ACCOUNT — single tenant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14173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75688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sign-in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32688" y="2542032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→ Cognito,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before the app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95144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017520" y="1965960"/>
            <a:ext cx="14173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2075688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services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81528" y="2542032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route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43984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66360" y="1965960"/>
            <a:ext cx="1417320" cy="1325880"/>
          </a:xfrm>
          <a:prstGeom prst="roundRect">
            <a:avLst>
              <a:gd name="adj" fmla="val 482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2075688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on Bedrock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30368" y="2542032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in-VPC endpoint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guardrails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92824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0" y="1965960"/>
            <a:ext cx="14173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9208" y="2075688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79208" y="2542032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write-once storage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 runs inside your environment — no customer data to any external API. PII is masked in code before the model reads anything; guardrails anonymize at the model boundary as a second layer. Infrastructure ships as reviewed Terraform.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 — and what it isn't yet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production-shaped accelerator: the control architecture, governance, and collateral are built and tested; client-specific hardening is a scoped engagement, not a discovery.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EFF6E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verified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controls as tested code (712 tests, CI-gated)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write-once audit, PII masking, model governance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In-VPC Bedrock deployment as reviewed Terraform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for every decision path — no keys required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916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DF3E7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you, priced up front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224028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connectors to your TMS / core / LOS (per engagement)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Live-model red-team in your environment (pilot weeks 2–3)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calibration to your volumes and policies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(managed-service variant) — roadmap published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technical evaluators will verify claims against the code. So do we — that's the point.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engagement path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6032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361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2521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98448" y="15361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Assessment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weeks · $75–150K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487168"/>
            <a:ext cx="212140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volumes, your systems, your exam history. Deliverables: cost baseline, prioritized roadmap, control mapping, pilot SOW.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560320" cy="288036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53619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52521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87368" y="15361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Pilot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56616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weeks · $250–400K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2487168"/>
            <a:ext cx="212140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agent, real data, in your account. Shadow mode → assisted production with human approval. Success criteria include zero control regressions.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56032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5361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52521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76288" y="15361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Scale-Out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35508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Pre-priced option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487168"/>
            <a:ext cx="212140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Phase-2 band agreed before the pilot starts — no renegotiation stall at the moment of proof.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wedge options: AML alert triage (biggest number) · document intelligence (platform foundation) · regulatory change (no customer data — shortest security review).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with us in three weeks,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three quarters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assessment runs on your numbers and ends with a board-ready answer: where agents remove cost without creating exposure, what it costs, and a pilot SOW you can sign — or decline — with full information.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executive owner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&amp; metrics under NDA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workshop days from compliance + tech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377440"/>
            <a:ext cx="2194560" cy="2240280"/>
          </a:xfrm>
          <a:prstGeom prst="roundRect">
            <a:avLst>
              <a:gd name="adj" fmla="val 3333"/>
            </a:avLst>
          </a:prstGeom>
          <a:solidFill>
            <a:srgbClr val="27305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537960" y="3474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a fully-scoped, fully-priced decision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FSI AI Agent Suite — Executive Briefing</dc:title>
  <dc:subject>PptxGenJS Presentation</dc:subject>
  <dc:creator>FSI AI Agent Practice</dc:creator>
  <cp:lastModifiedBy>FSI AI Agent Practice</cp:lastModifiedBy>
  <cp:revision>1</cp:revision>
  <dcterms:created xsi:type="dcterms:W3CDTF">2026-06-11T02:46:53Z</dcterms:created>
  <dcterms:modified xsi:type="dcterms:W3CDTF">2026-06-11T02:46:53Z</dcterms:modified>
</cp:coreProperties>
</file>